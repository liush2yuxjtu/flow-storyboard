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0" kern="0" dirty="0">
                <a:solidFill>
                  <a:srgbClr val="F2EFE7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github.com/liush2yuxjtu/flow-storyboard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spc="-400" kern="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flow-storyboard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94484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2EFE7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整条流程，一排实机框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EFE7">
                    <a:alpha val="50000"/>
                  </a:srgbClr>
                </a:solidFill>
              </a:rPr>
              <a:t>把整条用户流程铺成一排会自己跑起来的实机框，重设计从此有了不会过时的活底板。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943600"/>
            <a:ext cx="10362895" cy="0"/>
          </a:xfrm>
          <a:prstGeom prst="line">
            <a:avLst/>
          </a:prstGeom>
          <a:noFill/>
          <a:ln w="6350">
            <a:solidFill>
              <a:srgbClr val="F2EFE7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/ Codex 设计 skill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0" i="1" dirty="0">
                <a:solidFill>
                  <a:srgbClr val="E9C46A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1828800" y="2103120"/>
            <a:ext cx="944849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重设计移动端流程时，静态 mockup 一改就过时，Figma 原型和真代码是两张皮；</a:t>
            </a:r>
            <a:pPr indent="0" marL="0">
              <a:spcAft>
                <a:spcPts val="600"/>
              </a:spcAft>
              <a:buNone/>
            </a:pPr>
            <a:r>
              <a:rPr lang="en-US" sz="4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而单个模拟器一次只能看一屏</a:t>
            </a:r>
            <a:pPr indent="0" marL="0">
              <a:spcAft>
                <a:spcPts val="600"/>
              </a:spcAft>
              <a:buNone/>
            </a:pPr>
            <a:r>
              <a:rPr lang="en-US" sz="40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，整条流程的形状全靠脑补。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OUR ANSWER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1036289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flow-storyboard </a:t>
            </a:r>
            <a:pPr indent="0" marL="0">
              <a:spcAft>
                <a:spcPts val="600"/>
              </a:spcAft>
              <a:buNone/>
            </a:pPr>
            <a:r>
              <a:rPr lang="en-US" sz="46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把整条用户旅程铺成一排会自己跑起来的实机框</a:t>
            </a:r>
            <a:pPr indent="0" marL="0">
              <a:spcAft>
                <a:spcPts val="600"/>
              </a:spcAft>
              <a:buNone/>
            </a:pPr>
            <a:r>
              <a:rPr lang="en-US" sz="4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—— 每屏用 URL 里的 ?stage= 参数自驱动到对应状态，一眼看全、逐屏改。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2EFE7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 / AI coding agent（Claude Code / Codex）让「一句话生成可分享的产品物料」成为日常，这个 skill 即装即用，描述流程就出板。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CAPABILITIES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</a:t>
            </a:r>
            <a:pPr indent="0" marL="0">
              <a:buNone/>
            </a:pPr>
            <a:r>
              <a:rPr lang="en-US" sz="32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 on deadline</a:t>
            </a:r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实机框，不是图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每框都是真应用的 live iframe，永不和线上脱节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5848" y="2377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35928" y="237744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自驱动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35928" y="288036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每屏靠 ?stage= 参数把自己开机到对应状态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509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35509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整条流程一眼看全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05384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一次扫过 boot→…→endgame，看清屏与屏的关系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48" y="35509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35928" y="35509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单开专注改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5928" y="405384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点单开把最弱那一屏单独打开、隔离打磨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244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72440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零依赖一条命令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22732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纯 Node 脚本，spec.json 进，单文件 board 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5848" y="47244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35928" y="472440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一键发可分享链接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35928" y="522732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--talk 变体走 talk-html 发 gist + 预览链接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IN MOTION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</a:t>
            </a:r>
            <a:pPr indent="0" marL="0">
              <a:buNone/>
            </a:pPr>
            <a:r>
              <a:rPr lang="en-US" sz="32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71064" y="2231136"/>
            <a:ext cx="6449568" cy="3675888"/>
          </a:xfrm>
          <a:prstGeom prst="rect">
            <a:avLst/>
          </a:prstGeom>
          <a:solidFill>
            <a:srgbClr val="0C0F17"/>
          </a:solidFill>
          <a:ln w="15875">
            <a:solidFill>
              <a:srgbClr val="E9C46A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925928" y="2286000"/>
            <a:ext cx="63398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1264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200" kern="0" dirty="0">
                <a:solidFill>
                  <a:srgbClr val="F2EFE7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VS. THE FIELD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10362895" cy="0"/>
          </a:xfrm>
          <a:prstGeom prst="line">
            <a:avLst/>
          </a:prstGeom>
          <a:noFill/>
          <a:ln w="6350">
            <a:solidFill>
              <a:srgbClr val="F2EFE7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0" y="1965960"/>
            <a:ext cx="743681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914650"/>
            <a:ext cx="10362895" cy="0"/>
          </a:xfrm>
          <a:prstGeom prst="line">
            <a:avLst/>
          </a:prstGeom>
          <a:noFill/>
          <a:ln w="6350">
            <a:solidFill>
              <a:srgbClr val="F2EFE7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51810"/>
            <a:ext cx="2743200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3051810"/>
            <a:ext cx="743681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000500"/>
            <a:ext cx="10362895" cy="0"/>
          </a:xfrm>
          <a:prstGeom prst="line">
            <a:avLst/>
          </a:prstGeom>
          <a:noFill/>
          <a:ln w="6350">
            <a:solidFill>
              <a:srgbClr val="F2EFE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7660"/>
            <a:ext cx="2743200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4137660"/>
            <a:ext cx="743681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086350"/>
            <a:ext cx="10362895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23510"/>
            <a:ext cx="2743200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flow-storyboard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5223510"/>
            <a:ext cx="743681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FE7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帧是真应用，改了代码板子自动跟上，永不过时 · 无需重画，URL 即状态，一行参数切一屏 · 整条流程同屏可扫，关系一目了然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i="1" spc="-800" kern="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GitHub 上查看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https://github.com/liush2yuxjtu/flow-storyboard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flow-storyboard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flow-storyboard — Pitch Deck</dc:title>
  <dc:subject>PptxGenJS Presentation</dc:subject>
  <dc:creator>flow-storyboard</dc:creator>
  <cp:lastModifiedBy>flow-storyboard</cp:lastModifiedBy>
  <cp:revision>1</cp:revision>
  <dcterms:created xsi:type="dcterms:W3CDTF">2026-05-29T07:12:29Z</dcterms:created>
  <dcterms:modified xsi:type="dcterms:W3CDTF">2026-05-29T07:12:29Z</dcterms:modified>
</cp:coreProperties>
</file>